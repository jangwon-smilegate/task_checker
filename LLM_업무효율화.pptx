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D4B9E">
              <a:alpha val="40000"/>
            </a:srgbClr>
          </a:solidFill>
          <a:ln w="12700">
            <a:solidFill>
              <a:srgbClr val="2D4B9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20116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업무 혁신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LLM을 활용한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효율화 방안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· Claude · ChatGPT  →  Hansoft · Jira · Confluence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7863840" cy="0"/>
          </a:xfrm>
          <a:prstGeom prst="line">
            <a:avLst/>
          </a:prstGeom>
          <a:noFill/>
          <a:ln w="12700">
            <a:solidFill>
              <a:srgbClr val="7DA7E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A7E0"/>
                </a:solidFill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및 문제점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정보 파편화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정보가 Hansoft·Jira·Confluence에 분산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정보를 찾는 데 과도한 시간 소모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78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반복적 컨텍스트 전환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도구를 오가며 진행 상황 확인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흐름이 끊기고 집중력 저하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54864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077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보고 및 공유 비효율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취합·정리에 많은 시간 투입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정보 반영이 늦어 의사결정 지연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077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협업 도구 미활용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등 채팅 도구가 단순 메시지 전달에 그침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시스템과의 연계 부재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960120"/>
            <a:ext cx="36576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960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기반 업무 통합 허브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103120" cy="411480"/>
          </a:xfrm>
          <a:prstGeom prst="rect">
            <a:avLst/>
          </a:prstGeom>
          <a:solidFill>
            <a:srgbClr val="2D4B9E"/>
          </a:solidFill>
          <a:ln w="12700">
            <a:solidFill>
              <a:srgbClr val="2D4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채널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54864" cy="777240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/ BOT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2316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어시스턴트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2900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어시스턴트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868680"/>
            <a:ext cx="2103120" cy="411480"/>
          </a:xfrm>
          <a:prstGeom prst="rect">
            <a:avLst/>
          </a:prstGeom>
          <a:solidFill>
            <a:srgbClr val="2D4B9E"/>
          </a:solidFill>
          <a:ln w="12700">
            <a:solidFill>
              <a:srgbClr val="2D4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868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시스템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141732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417320"/>
            <a:ext cx="54864" cy="7772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463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Hansoft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관리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2423160"/>
            <a:ext cx="54864" cy="77724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468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트래킹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342900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3429000"/>
            <a:ext cx="54864" cy="777240"/>
          </a:xfrm>
          <a:prstGeom prst="rect">
            <a:avLst/>
          </a:prstGeom>
          <a:solidFill>
            <a:srgbClr val="0065FF"/>
          </a:solidFill>
          <a:ln w="12700">
            <a:solidFill>
              <a:srgbClr val="006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474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관리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23160" y="182880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283464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384048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182880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283464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84048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질의 한 줄로 업무 현황·문서를 즉시 검색하고 결과를 채팅 채널에 출력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플로우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645920" cy="1828800"/>
          </a:xfrm>
          <a:prstGeom prst="rect">
            <a:avLst/>
          </a:prstGeom>
          <a:solidFill>
            <a:srgbClr val="253882"/>
          </a:solidFill>
          <a:ln w="12700">
            <a:solidFill>
              <a:srgbClr val="3B52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481328"/>
            <a:ext cx="457200" cy="457200"/>
          </a:xfrm>
          <a:prstGeom prst="ellipse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Claude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채팅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2286000"/>
            <a:ext cx="777240" cy="0"/>
          </a:xfrm>
          <a:prstGeom prst="line">
            <a:avLst/>
          </a:prstGeom>
          <a:noFill/>
          <a:ln w="25400">
            <a:solidFill>
              <a:srgbClr val="7DA7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121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A7E0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1371600"/>
            <a:ext cx="1645920" cy="1828800"/>
          </a:xfrm>
          <a:prstGeom prst="rect">
            <a:avLst/>
          </a:prstGeom>
          <a:solidFill>
            <a:srgbClr val="253882"/>
          </a:solidFill>
          <a:ln w="12700">
            <a:solidFill>
              <a:srgbClr val="3B52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1481328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처리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 분석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777240" cy="0"/>
          </a:xfrm>
          <a:prstGeom prst="line">
            <a:avLst/>
          </a:prstGeom>
          <a:noFill/>
          <a:ln w="25400">
            <a:solidFill>
              <a:srgbClr val="7DA7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121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A7E0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1371600"/>
            <a:ext cx="1645920" cy="1828800"/>
          </a:xfrm>
          <a:prstGeom prst="rect">
            <a:avLst/>
          </a:prstGeom>
          <a:solidFill>
            <a:srgbClr val="253882"/>
          </a:solidFill>
          <a:ln w="12700">
            <a:solidFill>
              <a:srgbClr val="3B52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81328"/>
            <a:ext cx="457200" cy="457200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0644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Hansoft / Jira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2286000"/>
            <a:ext cx="777240" cy="0"/>
          </a:xfrm>
          <a:prstGeom prst="line">
            <a:avLst/>
          </a:prstGeom>
          <a:noFill/>
          <a:ln w="25400">
            <a:solidFill>
              <a:srgbClr val="7DA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121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A7E0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21040" y="1371600"/>
            <a:ext cx="1645920" cy="1828800"/>
          </a:xfrm>
          <a:prstGeom prst="rect">
            <a:avLst/>
          </a:prstGeom>
          <a:solidFill>
            <a:srgbClr val="253882"/>
          </a:solidFill>
          <a:ln w="12700">
            <a:solidFill>
              <a:srgbClr val="3B52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15400" y="148132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출력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채널에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요약·링크 반환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253882"/>
          </a:solidFill>
          <a:ln w="12700">
            <a:solidFill>
              <a:srgbClr val="3B52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사용자는 채팅 창에서 자연어로 질문 → LLM이 적절한 API를 선택·호출 → 결과를 요약하여 채널에 게시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68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업무 현황 조회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"이번 스프린트 미완료 이슈 보여줘"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마감 태스크 목록"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Jira·Hansoft 실시간 쿼리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868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문서 검색 &amp; 요약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인증 가이드 찾아줘"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8105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"QA 체크리스트 요약해줘"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219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전문 검색 + AI 요약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알림 &amp; 리포트 자동화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4107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오전 스프린트 요약 자동 게시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221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PR·이슈 상태 변경 시 채널 알림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336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진행률 리포트 자동 생성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8036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대화형 업무 지원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4107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이슈 생성·업데이트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8221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"버그 이슈 만들어줘" 즉시 처리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2336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지정·우선순위 설정 지원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시스템 상세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태스크 목록 조회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상태 업데이트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담당자·마감일 조회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468880" cy="1188720"/>
          </a:xfrm>
          <a:prstGeom prst="rect">
            <a:avLst/>
          </a:prstGeom>
          <a:solidFill>
            <a:srgbClr val="F4F7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예시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679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 태스크 중 In Progress인 것들 보여줘"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868680"/>
            <a:ext cx="2651760" cy="5029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868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검색 (JQL)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스프린트 현황 조회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생성·업데이트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474720"/>
            <a:ext cx="2468880" cy="1188720"/>
          </a:xfrm>
          <a:prstGeom prst="rect">
            <a:avLst/>
          </a:prstGeom>
          <a:solidFill>
            <a:srgbClr val="F4F7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예시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8679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"이번 스프린트 버그 이슈 현황은?"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86868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868680"/>
            <a:ext cx="2651760" cy="502920"/>
          </a:xfrm>
          <a:prstGeom prst="rect">
            <a:avLst/>
          </a:prstGeom>
          <a:solidFill>
            <a:srgbClr val="0065FF"/>
          </a:solidFill>
          <a:ln w="12700">
            <a:solidFill>
              <a:srgbClr val="006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868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7220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전문 검색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조회·요약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댓글·첨부파일 조회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474720"/>
            <a:ext cx="2468880" cy="1188720"/>
          </a:xfrm>
          <a:prstGeom prst="rect">
            <a:avLst/>
          </a:prstGeom>
          <a:solidFill>
            <a:srgbClr val="F4F7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예시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8679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"온보딩 가이드 문서 찾아서 요약해줘"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5603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검색 시간 단축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868680"/>
            <a:ext cx="25603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현황 공유 속도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창에서 모든 업무 조회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생산성 향상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반복적인 정보 수집 업무 자동화로 개발·기획에 집중하는 시간 확보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의사결정 가속화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현황 파악으로 병목 구간 즉시 확인, 빠른 의사결정 지원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협업 문화 개선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133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채널에서 누구나 업무 현황 조회 → 투명한 정보 공유 문화 정착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온보딩 가속화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4133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입사자가 채팅으로 문서 검색 → 도구 학습 시간 단축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38100">
            <a:solidFill>
              <a:srgbClr val="7DA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6916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822960"/>
            <a:ext cx="24688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822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1~2개월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40280"/>
            <a:ext cx="54864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774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API 연동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 기본 구축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6941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현황 조회 기능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6916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822960"/>
            <a:ext cx="24688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822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3~4개월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224028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29000" y="2240280"/>
            <a:ext cx="54864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3774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검색 연동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요약 기능 추가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6941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지원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16916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822960"/>
            <a:ext cx="246888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822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5~6개월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224028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240280"/>
            <a:ext cx="54864" cy="2377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3774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Hansoft 전체 연동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리포트 생성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6941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생성·업데이트 지원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D4B9E">
              <a:alpha val="40000"/>
            </a:srgbClr>
          </a:solidFill>
          <a:ln w="12700">
            <a:solidFill>
              <a:srgbClr val="2D4B9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제안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Slack·Claude·ChatGPT를 채팅 인터페이스로 활용해 Hansoft·Jira·Confluence와 자연어로 연동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945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도구 전환 없이 채팅 창 하나로 모든 업무 현황 조회 및 문서 검색 가능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971800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971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단계적 구현(Phase 1→3)으로 리스크를 최소화하며 점진적 가치 제공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장기적으로 이슈 자동 생성·업데이트까지 확장하여 완전한 AI 업무 어시스턴트 구현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7863840" cy="0"/>
          </a:xfrm>
          <a:prstGeom prst="line">
            <a:avLst/>
          </a:prstGeom>
          <a:noFill/>
          <a:ln w="12700">
            <a:solidFill>
              <a:srgbClr val="7DA7E0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36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통합 업무 허브 구축으로 팀의 생산성과 협업 수준을 한 단계 높입니다.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LLM을 활용한 업무 효율화 방안</dc:title>
  <dc:subject>PptxGenJS Presentation</dc:subject>
  <dc:creator>PptxGenJS</dc:creator>
  <cp:lastModifiedBy>PptxGenJS</cp:lastModifiedBy>
  <cp:revision>1</cp:revision>
  <dcterms:created xsi:type="dcterms:W3CDTF">2026-04-10T05:45:26Z</dcterms:created>
  <dcterms:modified xsi:type="dcterms:W3CDTF">2026-04-10T05:45:26Z</dcterms:modified>
</cp:coreProperties>
</file>