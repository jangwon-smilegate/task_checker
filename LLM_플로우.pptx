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2E2E38"/>
          </a:solidFill>
          <a:ln w="6350">
            <a:solidFill>
              <a:srgbClr val="2E2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828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LLM 기반 업무 효율화 — 시스템 플로우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1426464" cy="3520440"/>
          </a:xfrm>
          <a:prstGeom prst="rect">
            <a:avLst/>
          </a:prstGeom>
          <a:solidFill>
            <a:srgbClr val="F4F4F6"/>
          </a:solidFill>
          <a:ln w="6350">
            <a:solidFill>
              <a:srgbClr val="BBBB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22960"/>
            <a:ext cx="1426464" cy="274320"/>
          </a:xfrm>
          <a:prstGeom prst="rect">
            <a:avLst/>
          </a:prstGeom>
          <a:solidFill>
            <a:srgbClr val="E4E4EA"/>
          </a:solidFill>
          <a:ln w="6350">
            <a:solidFill>
              <a:srgbClr val="BBBB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22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32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입력 · 트리거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421892"/>
            <a:ext cx="109728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421892"/>
            <a:ext cx="36576" cy="704088"/>
          </a:xfrm>
          <a:prstGeom prst="rect">
            <a:avLst/>
          </a:prstGeom>
          <a:solidFill>
            <a:srgbClr val="5B7DB8"/>
          </a:solidFill>
          <a:ln w="6350">
            <a:solidFill>
              <a:srgbClr val="5B7D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421892"/>
            <a:ext cx="1097280" cy="201168"/>
          </a:xfrm>
          <a:prstGeom prst="rect">
            <a:avLst/>
          </a:prstGeom>
          <a:solidFill>
            <a:srgbClr val="E6E6EA"/>
          </a:solidFill>
          <a:ln w="6350">
            <a:solidFill>
              <a:srgbClr val="C0C0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421892"/>
            <a:ext cx="36576" cy="201168"/>
          </a:xfrm>
          <a:prstGeom prst="rect">
            <a:avLst/>
          </a:prstGeom>
          <a:solidFill>
            <a:srgbClr val="5B7DB8"/>
          </a:solidFill>
          <a:ln w="6350">
            <a:solidFill>
              <a:srgbClr val="5B7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4218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2A32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유저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6052" y="1650492"/>
            <a:ext cx="996696" cy="126492"/>
          </a:xfrm>
          <a:prstGeom prst="rect">
            <a:avLst/>
          </a:prstGeom>
          <a:solidFill>
            <a:srgbClr val="F0F0F4"/>
          </a:solidFill>
          <a:ln w="6350">
            <a:solidFill>
              <a:srgbClr val="CCCC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" y="1650492"/>
            <a:ext cx="996696" cy="126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84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Slack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6052" y="1799844"/>
            <a:ext cx="996696" cy="126492"/>
          </a:xfrm>
          <a:prstGeom prst="rect">
            <a:avLst/>
          </a:prstGeom>
          <a:solidFill>
            <a:srgbClr val="F0F0F4"/>
          </a:solidFill>
          <a:ln w="6350">
            <a:solidFill>
              <a:srgbClr val="CCCC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" y="1799844"/>
            <a:ext cx="996696" cy="126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84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Claude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6052" y="1949196"/>
            <a:ext cx="996696" cy="126492"/>
          </a:xfrm>
          <a:prstGeom prst="rect">
            <a:avLst/>
          </a:prstGeom>
          <a:solidFill>
            <a:srgbClr val="F0F0F4"/>
          </a:solidFill>
          <a:ln w="6350">
            <a:solidFill>
              <a:srgbClr val="CCCC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" y="1949196"/>
            <a:ext cx="996696" cy="126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84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ChatGPT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47472" y="2450592"/>
            <a:ext cx="1097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450592"/>
            <a:ext cx="36576" cy="548640"/>
          </a:xfrm>
          <a:prstGeom prst="rect">
            <a:avLst/>
          </a:prstGeom>
          <a:solidFill>
            <a:srgbClr val="B08830"/>
          </a:solidFill>
          <a:ln w="6350">
            <a:solidFill>
              <a:srgbClr val="B088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450592"/>
            <a:ext cx="1097280" cy="201168"/>
          </a:xfrm>
          <a:prstGeom prst="rect">
            <a:avLst/>
          </a:prstGeom>
          <a:solidFill>
            <a:srgbClr val="E6E6EA"/>
          </a:solidFill>
          <a:ln w="6350">
            <a:solidFill>
              <a:srgbClr val="C0C0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450592"/>
            <a:ext cx="36576" cy="201168"/>
          </a:xfrm>
          <a:prstGeom prst="rect">
            <a:avLst/>
          </a:prstGeom>
          <a:solidFill>
            <a:srgbClr val="B08830"/>
          </a:solidFill>
          <a:ln w="6350">
            <a:solidFill>
              <a:srgbClr val="B08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4505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2A32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스케줄러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6052" y="2679192"/>
            <a:ext cx="996696" cy="123444"/>
          </a:xfrm>
          <a:prstGeom prst="rect">
            <a:avLst/>
          </a:prstGeom>
          <a:solidFill>
            <a:srgbClr val="F0F0F4"/>
          </a:solidFill>
          <a:ln w="6350">
            <a:solidFill>
              <a:srgbClr val="CCCC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" y="2679192"/>
            <a:ext cx="99669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84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주기 · 내용 설정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16052" y="2825496"/>
            <a:ext cx="996696" cy="123444"/>
          </a:xfrm>
          <a:prstGeom prst="rect">
            <a:avLst/>
          </a:prstGeom>
          <a:solidFill>
            <a:srgbClr val="F0F0F4"/>
          </a:solidFill>
          <a:ln w="6350">
            <a:solidFill>
              <a:srgbClr val="CCCC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" y="2825496"/>
            <a:ext cx="99669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84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일별 · 주별 · 월별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47472" y="3323844"/>
            <a:ext cx="10972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3323844"/>
            <a:ext cx="36576" cy="694944"/>
          </a:xfrm>
          <a:prstGeom prst="rect">
            <a:avLst/>
          </a:prstGeom>
          <a:solidFill>
            <a:srgbClr val="4A9070"/>
          </a:solidFill>
          <a:ln w="6350">
            <a:solidFill>
              <a:srgbClr val="4A90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3323844"/>
            <a:ext cx="1097280" cy="201168"/>
          </a:xfrm>
          <a:prstGeom prst="rect">
            <a:avLst/>
          </a:prstGeom>
          <a:solidFill>
            <a:srgbClr val="E6E6EA"/>
          </a:solidFill>
          <a:ln w="6350">
            <a:solidFill>
              <a:srgbClr val="C0C0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3323844"/>
            <a:ext cx="36576" cy="201168"/>
          </a:xfrm>
          <a:prstGeom prst="rect">
            <a:avLst/>
          </a:prstGeom>
          <a:solidFill>
            <a:srgbClr val="4A9070"/>
          </a:solidFill>
          <a:ln w="6350">
            <a:solidFill>
              <a:srgbClr val="4A90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3238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2A32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회의록 녹음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6052" y="3552444"/>
            <a:ext cx="996696" cy="132588"/>
          </a:xfrm>
          <a:prstGeom prst="rect">
            <a:avLst/>
          </a:prstGeom>
          <a:solidFill>
            <a:srgbClr val="F0F0F4"/>
          </a:solidFill>
          <a:ln w="6350">
            <a:solidFill>
              <a:srgbClr val="CCCC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052" y="3552444"/>
            <a:ext cx="99669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84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파일 업로드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16052" y="3707892"/>
            <a:ext cx="996696" cy="132588"/>
          </a:xfrm>
          <a:prstGeom prst="rect">
            <a:avLst/>
          </a:prstGeom>
          <a:solidFill>
            <a:srgbClr val="F0F0F4"/>
          </a:solidFill>
          <a:ln w="6350">
            <a:solidFill>
              <a:srgbClr val="CCCC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" y="3707892"/>
            <a:ext cx="99669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84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실시간 스트리밍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858000" y="822960"/>
            <a:ext cx="2103120" cy="3520440"/>
          </a:xfrm>
          <a:prstGeom prst="rect">
            <a:avLst/>
          </a:prstGeom>
          <a:solidFill>
            <a:srgbClr val="F4F4F6"/>
          </a:solidFill>
          <a:ln w="6350">
            <a:solidFill>
              <a:srgbClr val="BBBB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0" y="822960"/>
            <a:ext cx="2103120" cy="274320"/>
          </a:xfrm>
          <a:prstGeom prst="rect">
            <a:avLst/>
          </a:prstGeom>
          <a:solidFill>
            <a:srgbClr val="E4E4EA"/>
          </a:solidFill>
          <a:ln w="6350">
            <a:solidFill>
              <a:srgbClr val="BBBB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1152" y="82296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32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연동 플랫폼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60920" y="1879092"/>
            <a:ext cx="109728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60920" y="1879092"/>
            <a:ext cx="36576" cy="704088"/>
          </a:xfrm>
          <a:prstGeom prst="rect">
            <a:avLst/>
          </a:prstGeom>
          <a:solidFill>
            <a:srgbClr val="5B7DB8"/>
          </a:solidFill>
          <a:ln w="6350">
            <a:solidFill>
              <a:srgbClr val="5B7D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60920" y="1879092"/>
            <a:ext cx="1097280" cy="201168"/>
          </a:xfrm>
          <a:prstGeom prst="rect">
            <a:avLst/>
          </a:prstGeom>
          <a:solidFill>
            <a:srgbClr val="E6E6EA"/>
          </a:solidFill>
          <a:ln w="6350">
            <a:solidFill>
              <a:srgbClr val="C0C0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60920" y="1879092"/>
            <a:ext cx="36576" cy="201168"/>
          </a:xfrm>
          <a:prstGeom prst="rect">
            <a:avLst/>
          </a:prstGeom>
          <a:solidFill>
            <a:srgbClr val="5B7DB8"/>
          </a:solidFill>
          <a:ln w="6350">
            <a:solidFill>
              <a:srgbClr val="5B7D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52360" y="18790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2A32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Hansoft / Jira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429500" y="2107692"/>
            <a:ext cx="996696" cy="126492"/>
          </a:xfrm>
          <a:prstGeom prst="rect">
            <a:avLst/>
          </a:prstGeom>
          <a:solidFill>
            <a:srgbClr val="F0F0F4"/>
          </a:solidFill>
          <a:ln w="6350">
            <a:solidFill>
              <a:srgbClr val="CCCCD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29500" y="2107692"/>
            <a:ext cx="996696" cy="126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84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Task · 일정 조회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429500" y="2257044"/>
            <a:ext cx="996696" cy="126492"/>
          </a:xfrm>
          <a:prstGeom prst="rect">
            <a:avLst/>
          </a:prstGeom>
          <a:solidFill>
            <a:srgbClr val="F0F0F4"/>
          </a:solidFill>
          <a:ln w="6350">
            <a:solidFill>
              <a:srgbClr val="CCCCD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29500" y="2257044"/>
            <a:ext cx="996696" cy="126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84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Task 생성 · 업데이트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429500" y="2406396"/>
            <a:ext cx="996696" cy="126492"/>
          </a:xfrm>
          <a:prstGeom prst="rect">
            <a:avLst/>
          </a:prstGeom>
          <a:solidFill>
            <a:srgbClr val="F0F0F4"/>
          </a:solidFill>
          <a:ln w="6350">
            <a:solidFill>
              <a:srgbClr val="CCCCD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29500" y="2406396"/>
            <a:ext cx="996696" cy="126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84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…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360920" y="2857500"/>
            <a:ext cx="109728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60920" y="2857500"/>
            <a:ext cx="36576" cy="704088"/>
          </a:xfrm>
          <a:prstGeom prst="rect">
            <a:avLst/>
          </a:prstGeom>
          <a:solidFill>
            <a:srgbClr val="5B7DB8"/>
          </a:solidFill>
          <a:ln w="6350">
            <a:solidFill>
              <a:srgbClr val="5B7D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60920" y="2857500"/>
            <a:ext cx="1097280" cy="201168"/>
          </a:xfrm>
          <a:prstGeom prst="rect">
            <a:avLst/>
          </a:prstGeom>
          <a:solidFill>
            <a:srgbClr val="E6E6EA"/>
          </a:solidFill>
          <a:ln w="6350">
            <a:solidFill>
              <a:srgbClr val="C0C0C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60920" y="2857500"/>
            <a:ext cx="36576" cy="201168"/>
          </a:xfrm>
          <a:prstGeom prst="rect">
            <a:avLst/>
          </a:prstGeom>
          <a:solidFill>
            <a:srgbClr val="5B7DB8"/>
          </a:solidFill>
          <a:ln w="6350">
            <a:solidFill>
              <a:srgbClr val="5B7D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52360" y="28575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2A32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Confluence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429500" y="3086100"/>
            <a:ext cx="996696" cy="126492"/>
          </a:xfrm>
          <a:prstGeom prst="rect">
            <a:avLst/>
          </a:prstGeom>
          <a:solidFill>
            <a:srgbClr val="F0F0F4"/>
          </a:solidFill>
          <a:ln w="6350">
            <a:solidFill>
              <a:srgbClr val="CCCCD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29500" y="3086100"/>
            <a:ext cx="996696" cy="126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84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문서 검색 (RAG)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429500" y="3235452"/>
            <a:ext cx="996696" cy="126492"/>
          </a:xfrm>
          <a:prstGeom prst="rect">
            <a:avLst/>
          </a:prstGeom>
          <a:solidFill>
            <a:srgbClr val="F0F0F4"/>
          </a:solidFill>
          <a:ln w="6350">
            <a:solidFill>
              <a:srgbClr val="CCCCD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29500" y="3235452"/>
            <a:ext cx="996696" cy="126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84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변경 내용 추적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429500" y="3384804"/>
            <a:ext cx="996696" cy="126492"/>
          </a:xfrm>
          <a:prstGeom prst="rect">
            <a:avLst/>
          </a:prstGeom>
          <a:solidFill>
            <a:srgbClr val="F0F0F4"/>
          </a:solidFill>
          <a:ln w="6350">
            <a:solidFill>
              <a:srgbClr val="CCCCD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29500" y="3384804"/>
            <a:ext cx="996696" cy="126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84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…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313432" y="1764792"/>
            <a:ext cx="3840480" cy="1920240"/>
          </a:xfrm>
          <a:prstGeom prst="rect">
            <a:avLst/>
          </a:prstGeom>
          <a:noFill/>
          <a:ln w="6350">
            <a:solidFill>
              <a:srgbClr val="30303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86584" y="1801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84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LLM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441448" y="2093976"/>
            <a:ext cx="1078992" cy="649224"/>
          </a:xfrm>
          <a:prstGeom prst="rect">
            <a:avLst/>
          </a:prstGeom>
          <a:solidFill>
            <a:srgbClr val="383842"/>
          </a:solidFill>
          <a:ln w="6350">
            <a:solidFill>
              <a:srgbClr val="48485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441448" y="2093976"/>
            <a:ext cx="36576" cy="649224"/>
          </a:xfrm>
          <a:prstGeom prst="rect">
            <a:avLst/>
          </a:prstGeom>
          <a:solidFill>
            <a:srgbClr val="7030A0"/>
          </a:solidFill>
          <a:ln w="6350">
            <a:solidFill>
              <a:srgbClr val="7030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14600" y="2093976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In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500884" y="2272284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00884" y="2272284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의도 분석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2500884" y="2386584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00884" y="2386584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Query 생성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2500884" y="2500884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00884" y="2500884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STT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2500884" y="2615184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500884" y="2615184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5060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…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3694176" y="2093976"/>
            <a:ext cx="1078992" cy="649224"/>
          </a:xfrm>
          <a:prstGeom prst="rect">
            <a:avLst/>
          </a:prstGeom>
          <a:solidFill>
            <a:srgbClr val="383842"/>
          </a:solidFill>
          <a:ln w="6350">
            <a:solidFill>
              <a:srgbClr val="48485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94176" y="2093976"/>
            <a:ext cx="36576" cy="649224"/>
          </a:xfrm>
          <a:prstGeom prst="rect">
            <a:avLst/>
          </a:prstGeom>
          <a:solidFill>
            <a:srgbClr val="5B7DB8"/>
          </a:solidFill>
          <a:ln w="6350">
            <a:solidFill>
              <a:srgbClr val="5B7DB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767328" y="2093976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일정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753612" y="2272284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753612" y="2272284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업무 현황 조회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3753612" y="2386584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53612" y="2386584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지연 조회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3753612" y="2500884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753612" y="2500884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Task 생성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3753612" y="2615184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753612" y="2615184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5060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…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4946904" y="2093976"/>
            <a:ext cx="1078992" cy="534924"/>
          </a:xfrm>
          <a:prstGeom prst="rect">
            <a:avLst/>
          </a:prstGeom>
          <a:solidFill>
            <a:srgbClr val="383842"/>
          </a:solidFill>
          <a:ln w="6350">
            <a:solidFill>
              <a:srgbClr val="48485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946904" y="2093976"/>
            <a:ext cx="36576" cy="534924"/>
          </a:xfrm>
          <a:prstGeom prst="rect">
            <a:avLst/>
          </a:prstGeom>
          <a:solidFill>
            <a:srgbClr val="7B7DB8"/>
          </a:solidFill>
          <a:ln w="6350">
            <a:solidFill>
              <a:srgbClr val="7B7DB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020056" y="2093976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지식 검색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006340" y="2272284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006340" y="2272284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문서 검색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5006340" y="2386584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006340" y="2386584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문서 요약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5006340" y="2500884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006340" y="2500884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5060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…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2441448" y="2834640"/>
            <a:ext cx="1078992" cy="649224"/>
          </a:xfrm>
          <a:prstGeom prst="rect">
            <a:avLst/>
          </a:prstGeom>
          <a:solidFill>
            <a:srgbClr val="383842"/>
          </a:solidFill>
          <a:ln w="6350">
            <a:solidFill>
              <a:srgbClr val="48485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441448" y="2834640"/>
            <a:ext cx="36576" cy="649224"/>
          </a:xfrm>
          <a:prstGeom prst="rect">
            <a:avLst/>
          </a:prstGeom>
          <a:solidFill>
            <a:srgbClr val="7030A0"/>
          </a:solidFill>
          <a:ln w="6350">
            <a:solidFill>
              <a:srgbClr val="7030A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514600" y="2834640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Out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2500884" y="3012948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500884" y="3012948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응답 생성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2500884" y="3127248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500884" y="3127248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보고서 생성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2500884" y="3241548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500884" y="3241548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외부 툴 호출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2500884" y="3355848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500884" y="3355848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5060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…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3694176" y="2834640"/>
            <a:ext cx="1078992" cy="649224"/>
          </a:xfrm>
          <a:prstGeom prst="rect">
            <a:avLst/>
          </a:prstGeom>
          <a:solidFill>
            <a:srgbClr val="383842"/>
          </a:solidFill>
          <a:ln w="6350">
            <a:solidFill>
              <a:srgbClr val="48485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94176" y="2834640"/>
            <a:ext cx="36576" cy="649224"/>
          </a:xfrm>
          <a:prstGeom prst="rect">
            <a:avLst/>
          </a:prstGeom>
          <a:solidFill>
            <a:srgbClr val="4A9070"/>
          </a:solidFill>
          <a:ln w="6350">
            <a:solidFill>
              <a:srgbClr val="4A907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767328" y="2834640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회의록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3753612" y="3012948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753612" y="3012948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회의록 요약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3753612" y="3127248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753612" y="3127248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Task 생성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3753612" y="3241548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753612" y="3241548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참석자 공유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3753612" y="3355848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753612" y="3355848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5060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…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4946904" y="2834640"/>
            <a:ext cx="1078992" cy="763524"/>
          </a:xfrm>
          <a:prstGeom prst="rect">
            <a:avLst/>
          </a:prstGeom>
          <a:solidFill>
            <a:srgbClr val="383842"/>
          </a:solidFill>
          <a:ln w="6350">
            <a:solidFill>
              <a:srgbClr val="484852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946904" y="2834640"/>
            <a:ext cx="36576" cy="763524"/>
          </a:xfrm>
          <a:prstGeom prst="rect">
            <a:avLst/>
          </a:prstGeom>
          <a:solidFill>
            <a:srgbClr val="B08830"/>
          </a:solidFill>
          <a:ln w="6350">
            <a:solidFill>
              <a:srgbClr val="B0883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020056" y="2834640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보고서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5006340" y="3012948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006340" y="3012948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일간 보고 (개인/조직)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5006340" y="3127248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006340" y="3127248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주간 보고 (개인/조직)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5006340" y="3241548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006340" y="3241548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지연 알림</a:t>
            </a:r>
            <a:endParaRPr lang="en-US" sz="650" dirty="0"/>
          </a:p>
        </p:txBody>
      </p:sp>
      <p:sp>
        <p:nvSpPr>
          <p:cNvPr id="125" name="Shape 123"/>
          <p:cNvSpPr/>
          <p:nvPr/>
        </p:nvSpPr>
        <p:spPr>
          <a:xfrm>
            <a:off x="5006340" y="3355848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006340" y="3355848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2D4DC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일정 마감 알림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5006340" y="3470148"/>
            <a:ext cx="992124" cy="96012"/>
          </a:xfrm>
          <a:prstGeom prst="rect">
            <a:avLst/>
          </a:prstGeom>
          <a:solidFill>
            <a:srgbClr val="3C3C48"/>
          </a:solidFill>
          <a:ln w="6350">
            <a:solidFill>
              <a:srgbClr val="50506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006340" y="3470148"/>
            <a:ext cx="9921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5060"/>
                </a:solidFill>
                <a:latin typeface="Rix락-Sans Medium" pitchFamily="34" charset="0"/>
                <a:ea typeface="Rix락-Sans Medium" pitchFamily="34" charset="-122"/>
                <a:cs typeface="Rix락-Sans Medium" pitchFamily="34" charset="-120"/>
              </a:rPr>
              <a:t>…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2026-04-13T01:07:25Z</dcterms:created>
  <dcterms:modified xsi:type="dcterms:W3CDTF">2026-04-13T01:07:25Z</dcterms:modified>
</cp:coreProperties>
</file>