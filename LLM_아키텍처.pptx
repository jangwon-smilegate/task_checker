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CEE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E35"/>
          </a:solidFill>
          <a:ln w="6350">
            <a:solidFill>
              <a:srgbClr val="1A1E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36576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기반 통합 검색·수정 시스템 아키텍처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" y="320040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Hansoft · Jira · Confluence 연동  —  Query / RAG / 스케줄링 / 회의록 자동화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" y="521208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· 트리거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755648" y="52120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 엔진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0" y="521208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· 결과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705856" y="521208"/>
            <a:ext cx="3364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연동 플랫폼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" y="758952"/>
            <a:ext cx="1627632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8CA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" y="758952"/>
            <a:ext cx="1627632" cy="228600"/>
          </a:xfrm>
          <a:prstGeom prst="rect">
            <a:avLst/>
          </a:prstGeom>
          <a:solidFill>
            <a:srgbClr val="E2E5EC"/>
          </a:solidFill>
          <a:ln w="6350">
            <a:solidFill>
              <a:srgbClr val="C8CA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" y="758952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유저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9728" y="1005840"/>
            <a:ext cx="1554480" cy="155448"/>
          </a:xfrm>
          <a:prstGeom prst="rect">
            <a:avLst/>
          </a:prstGeom>
          <a:solidFill>
            <a:srgbClr val="F0F1F5"/>
          </a:solidFill>
          <a:ln w="6350">
            <a:solidFill>
              <a:srgbClr val="C8CA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" y="1005840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09728" y="1197864"/>
            <a:ext cx="1554480" cy="155448"/>
          </a:xfrm>
          <a:prstGeom prst="rect">
            <a:avLst/>
          </a:prstGeom>
          <a:solidFill>
            <a:srgbClr val="F0F1F5"/>
          </a:solidFill>
          <a:ln w="6350">
            <a:solidFill>
              <a:srgbClr val="C8CA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" y="1197864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09728" y="1389888"/>
            <a:ext cx="1554480" cy="155448"/>
          </a:xfrm>
          <a:prstGeom prst="rect">
            <a:avLst/>
          </a:prstGeom>
          <a:solidFill>
            <a:srgbClr val="F0F1F5"/>
          </a:solidFill>
          <a:ln w="6350">
            <a:solidFill>
              <a:srgbClr val="C8CA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" y="1389888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3152" y="1609344"/>
            <a:ext cx="1627632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C8CA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" y="1609344"/>
            <a:ext cx="1627632" cy="228600"/>
          </a:xfrm>
          <a:prstGeom prst="rect">
            <a:avLst/>
          </a:prstGeom>
          <a:solidFill>
            <a:srgbClr val="E2E5EC"/>
          </a:solidFill>
          <a:ln w="6350">
            <a:solidFill>
              <a:srgbClr val="C8CA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" y="1609344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스케줄러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9728" y="1856232"/>
            <a:ext cx="1554480" cy="155448"/>
          </a:xfrm>
          <a:prstGeom prst="rect">
            <a:avLst/>
          </a:prstGeom>
          <a:solidFill>
            <a:srgbClr val="F0F1F5"/>
          </a:solidFill>
          <a:ln w="6350">
            <a:solidFill>
              <a:srgbClr val="C8CA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" y="1856232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Cron·주기 설정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09728" y="2048256"/>
            <a:ext cx="1554480" cy="155448"/>
          </a:xfrm>
          <a:prstGeom prst="rect">
            <a:avLst/>
          </a:prstGeom>
          <a:solidFill>
            <a:srgbClr val="F0F1F5"/>
          </a:solidFill>
          <a:ln w="6350">
            <a:solidFill>
              <a:srgbClr val="C8CA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" y="2048256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일별·주별·월별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3152" y="2267712"/>
            <a:ext cx="1627632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C8CA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" y="2267712"/>
            <a:ext cx="1627632" cy="228600"/>
          </a:xfrm>
          <a:prstGeom prst="rect">
            <a:avLst/>
          </a:prstGeom>
          <a:solidFill>
            <a:srgbClr val="E2E5EC"/>
          </a:solidFill>
          <a:ln w="6350">
            <a:solidFill>
              <a:srgbClr val="C8CA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" y="2267712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회의록 녹음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9728" y="2514600"/>
            <a:ext cx="1554480" cy="155448"/>
          </a:xfrm>
          <a:prstGeom prst="rect">
            <a:avLst/>
          </a:prstGeom>
          <a:solidFill>
            <a:srgbClr val="F0F1F5"/>
          </a:solidFill>
          <a:ln w="6350">
            <a:solidFill>
              <a:srgbClr val="C8CA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" y="2514600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업로드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09728" y="2706624"/>
            <a:ext cx="1554480" cy="155448"/>
          </a:xfrm>
          <a:prstGeom prst="rect">
            <a:avLst/>
          </a:prstGeom>
          <a:solidFill>
            <a:srgbClr val="F0F1F5"/>
          </a:solidFill>
          <a:ln w="6350">
            <a:solidFill>
              <a:srgbClr val="C8CA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" y="2706624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스트리밍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755648" y="758952"/>
            <a:ext cx="1664208" cy="2679192"/>
          </a:xfrm>
          <a:prstGeom prst="rect">
            <a:avLst/>
          </a:prstGeom>
          <a:solidFill>
            <a:srgbClr val="22263A"/>
          </a:solidFill>
          <a:ln w="6350">
            <a:solidFill>
              <a:srgbClr val="2226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755648" y="758952"/>
            <a:ext cx="1664208" cy="320040"/>
          </a:xfrm>
          <a:prstGeom prst="rect">
            <a:avLst/>
          </a:prstGeom>
          <a:solidFill>
            <a:srgbClr val="1A1E35"/>
          </a:solidFill>
          <a:ln w="6350">
            <a:solidFill>
              <a:srgbClr val="1A1E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55648" y="758952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통합 엔진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19656" y="1161288"/>
            <a:ext cx="1536192" cy="237744"/>
          </a:xfrm>
          <a:prstGeom prst="rect">
            <a:avLst/>
          </a:prstGeom>
          <a:solidFill>
            <a:srgbClr val="2E3455"/>
          </a:solidFill>
          <a:ln w="6350">
            <a:solidFill>
              <a:srgbClr val="3D447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19656" y="1161288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의도 분석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819656" y="1435608"/>
            <a:ext cx="1536192" cy="237744"/>
          </a:xfrm>
          <a:prstGeom prst="rect">
            <a:avLst/>
          </a:prstGeom>
          <a:solidFill>
            <a:srgbClr val="2E3455"/>
          </a:solidFill>
          <a:ln w="6350">
            <a:solidFill>
              <a:srgbClr val="3D447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19656" y="1435608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쿼리 변환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819656" y="1709928"/>
            <a:ext cx="1536192" cy="237744"/>
          </a:xfrm>
          <a:prstGeom prst="rect">
            <a:avLst/>
          </a:prstGeom>
          <a:solidFill>
            <a:srgbClr val="2E3455"/>
          </a:solidFill>
          <a:ln w="6350">
            <a:solidFill>
              <a:srgbClr val="3D447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19656" y="1709928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처리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819656" y="1984248"/>
            <a:ext cx="1536192" cy="237744"/>
          </a:xfrm>
          <a:prstGeom prst="rect">
            <a:avLst/>
          </a:prstGeom>
          <a:solidFill>
            <a:srgbClr val="2E3455"/>
          </a:solidFill>
          <a:ln w="6350">
            <a:solidFill>
              <a:srgbClr val="3D447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19656" y="1984248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액션 추출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819656" y="2258568"/>
            <a:ext cx="1536192" cy="237744"/>
          </a:xfrm>
          <a:prstGeom prst="rect">
            <a:avLst/>
          </a:prstGeom>
          <a:solidFill>
            <a:srgbClr val="2E3455"/>
          </a:solidFill>
          <a:ln w="6350">
            <a:solidFill>
              <a:srgbClr val="3D447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19656" y="2258568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생성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819656" y="2532888"/>
            <a:ext cx="1536192" cy="237744"/>
          </a:xfrm>
          <a:prstGeom prst="rect">
            <a:avLst/>
          </a:prstGeom>
          <a:solidFill>
            <a:srgbClr val="2E3455"/>
          </a:solidFill>
          <a:ln w="6350">
            <a:solidFill>
              <a:srgbClr val="3D447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19656" y="2532888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 포맷팅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819656" y="2807208"/>
            <a:ext cx="1536192" cy="237744"/>
          </a:xfrm>
          <a:prstGeom prst="rect">
            <a:avLst/>
          </a:prstGeom>
          <a:solidFill>
            <a:srgbClr val="2E3455"/>
          </a:solidFill>
          <a:ln w="6350">
            <a:solidFill>
              <a:srgbClr val="3D447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19656" y="2807208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819656" y="3081528"/>
            <a:ext cx="1536192" cy="237744"/>
          </a:xfrm>
          <a:prstGeom prst="rect">
            <a:avLst/>
          </a:prstGeom>
          <a:solidFill>
            <a:srgbClr val="2E3455"/>
          </a:solidFill>
          <a:ln w="6350">
            <a:solidFill>
              <a:srgbClr val="3D447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19656" y="3081528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회의록 요약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474720" y="758952"/>
            <a:ext cx="2176272" cy="1380744"/>
          </a:xfrm>
          <a:prstGeom prst="rect">
            <a:avLst/>
          </a:prstGeom>
          <a:solidFill>
            <a:srgbClr val="FFFFFF"/>
          </a:solidFill>
          <a:ln w="6350">
            <a:solidFill>
              <a:srgbClr val="C8CAD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74720" y="758952"/>
            <a:ext cx="2176272" cy="228600"/>
          </a:xfrm>
          <a:prstGeom prst="rect">
            <a:avLst/>
          </a:prstGeom>
          <a:solidFill>
            <a:srgbClr val="E2E5EC"/>
          </a:solidFill>
          <a:ln w="6350">
            <a:solidFill>
              <a:srgbClr val="C8CA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74720" y="758952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유저 니즈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511296" y="1005840"/>
            <a:ext cx="2103120" cy="155448"/>
          </a:xfrm>
          <a:prstGeom prst="rect">
            <a:avLst/>
          </a:prstGeom>
          <a:solidFill>
            <a:srgbClr val="F0F1F5"/>
          </a:solidFill>
          <a:ln w="6350">
            <a:solidFill>
              <a:srgbClr val="C8CAD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11296" y="1005840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검색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511296" y="1197864"/>
            <a:ext cx="2103120" cy="155448"/>
          </a:xfrm>
          <a:prstGeom prst="rect">
            <a:avLst/>
          </a:prstGeom>
          <a:solidFill>
            <a:srgbClr val="F0F1F5"/>
          </a:solidFill>
          <a:ln w="6350">
            <a:solidFill>
              <a:srgbClr val="C8CAD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11296" y="1197864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변경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511296" y="1389888"/>
            <a:ext cx="2103120" cy="155448"/>
          </a:xfrm>
          <a:prstGeom prst="rect">
            <a:avLst/>
          </a:prstGeom>
          <a:solidFill>
            <a:srgbClr val="F0F1F5"/>
          </a:solidFill>
          <a:ln w="6350">
            <a:solidFill>
              <a:srgbClr val="C8CAD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511296" y="1389888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검색 (RAG)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511296" y="1581912"/>
            <a:ext cx="2103120" cy="155448"/>
          </a:xfrm>
          <a:prstGeom prst="rect">
            <a:avLst/>
          </a:prstGeom>
          <a:solidFill>
            <a:srgbClr val="F0F1F5"/>
          </a:solidFill>
          <a:ln w="6350">
            <a:solidFill>
              <a:srgbClr val="C8CAD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511296" y="1581912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보고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511296" y="1773936"/>
            <a:ext cx="2103120" cy="155448"/>
          </a:xfrm>
          <a:prstGeom prst="rect">
            <a:avLst/>
          </a:prstGeom>
          <a:solidFill>
            <a:srgbClr val="F0F1F5"/>
          </a:solidFill>
          <a:ln w="6350">
            <a:solidFill>
              <a:srgbClr val="C8CAD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511296" y="1773936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일정 조회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511296" y="1965960"/>
            <a:ext cx="2103120" cy="155448"/>
          </a:xfrm>
          <a:prstGeom prst="rect">
            <a:avLst/>
          </a:prstGeom>
          <a:solidFill>
            <a:srgbClr val="F0F1F5"/>
          </a:solidFill>
          <a:ln w="6350">
            <a:solidFill>
              <a:srgbClr val="C8CAD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511296" y="1965960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수정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3474720" y="2185416"/>
            <a:ext cx="2176272" cy="1380744"/>
          </a:xfrm>
          <a:prstGeom prst="rect">
            <a:avLst/>
          </a:prstGeom>
          <a:solidFill>
            <a:srgbClr val="FFFFFF"/>
          </a:solidFill>
          <a:ln w="6350">
            <a:solidFill>
              <a:srgbClr val="C8CAD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474720" y="2185416"/>
            <a:ext cx="2176272" cy="228600"/>
          </a:xfrm>
          <a:prstGeom prst="rect">
            <a:avLst/>
          </a:prstGeom>
          <a:solidFill>
            <a:srgbClr val="E2E5EC"/>
          </a:solidFill>
          <a:ln w="6350">
            <a:solidFill>
              <a:srgbClr val="C8CAD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474720" y="2185416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 생성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511296" y="2432304"/>
            <a:ext cx="2103120" cy="155448"/>
          </a:xfrm>
          <a:prstGeom prst="rect">
            <a:avLst/>
          </a:prstGeom>
          <a:solidFill>
            <a:srgbClr val="F0F1F5"/>
          </a:solidFill>
          <a:ln w="6350">
            <a:solidFill>
              <a:srgbClr val="C8CAD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511296" y="2432304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 스프린트 보고서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511296" y="2624328"/>
            <a:ext cx="2103120" cy="155448"/>
          </a:xfrm>
          <a:prstGeom prst="rect">
            <a:avLst/>
          </a:prstGeom>
          <a:solidFill>
            <a:srgbClr val="F0F1F5"/>
          </a:solidFill>
          <a:ln w="6350">
            <a:solidFill>
              <a:srgbClr val="C8CAD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511296" y="2624328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리소스 현황 보고서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3511296" y="2816352"/>
            <a:ext cx="2103120" cy="155448"/>
          </a:xfrm>
          <a:prstGeom prst="rect">
            <a:avLst/>
          </a:prstGeom>
          <a:solidFill>
            <a:srgbClr val="F0F1F5"/>
          </a:solidFill>
          <a:ln w="6350">
            <a:solidFill>
              <a:srgbClr val="C8CAD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511296" y="2816352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마감 임박 알림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3511296" y="3008376"/>
            <a:ext cx="2103120" cy="155448"/>
          </a:xfrm>
          <a:prstGeom prst="rect">
            <a:avLst/>
          </a:prstGeom>
          <a:solidFill>
            <a:srgbClr val="F0F1F5"/>
          </a:solidFill>
          <a:ln w="6350">
            <a:solidFill>
              <a:srgbClr val="C8CAD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511296" y="3008376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지표 보고서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3511296" y="3200400"/>
            <a:ext cx="2103120" cy="155448"/>
          </a:xfrm>
          <a:prstGeom prst="rect">
            <a:avLst/>
          </a:prstGeom>
          <a:solidFill>
            <a:srgbClr val="F0F1F5"/>
          </a:solidFill>
          <a:ln w="6350">
            <a:solidFill>
              <a:srgbClr val="C8CAD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511296" y="3200400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릴리즈 노트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3511296" y="3392424"/>
            <a:ext cx="2103120" cy="155448"/>
          </a:xfrm>
          <a:prstGeom prst="rect">
            <a:avLst/>
          </a:prstGeom>
          <a:solidFill>
            <a:srgbClr val="F0F1F5"/>
          </a:solidFill>
          <a:ln w="6350">
            <a:solidFill>
              <a:srgbClr val="C8CAD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511296" y="3392424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변경 요약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3474720" y="3611880"/>
            <a:ext cx="2176272" cy="996696"/>
          </a:xfrm>
          <a:prstGeom prst="rect">
            <a:avLst/>
          </a:prstGeom>
          <a:solidFill>
            <a:srgbClr val="FFFFFF"/>
          </a:solidFill>
          <a:ln w="6350">
            <a:solidFill>
              <a:srgbClr val="C8CAD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474720" y="3611880"/>
            <a:ext cx="2176272" cy="228600"/>
          </a:xfrm>
          <a:prstGeom prst="rect">
            <a:avLst/>
          </a:prstGeom>
          <a:solidFill>
            <a:srgbClr val="E2E5EC"/>
          </a:solidFill>
          <a:ln w="6350">
            <a:solidFill>
              <a:srgbClr val="C8CAD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474720" y="3611880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회의록 자동화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3511296" y="3858768"/>
            <a:ext cx="2103120" cy="155448"/>
          </a:xfrm>
          <a:prstGeom prst="rect">
            <a:avLst/>
          </a:prstGeom>
          <a:solidFill>
            <a:srgbClr val="F0F1F5"/>
          </a:solidFill>
          <a:ln w="6350">
            <a:solidFill>
              <a:srgbClr val="C8CAD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511296" y="3858768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회의록 문서 생성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3511296" y="4050792"/>
            <a:ext cx="2103120" cy="155448"/>
          </a:xfrm>
          <a:prstGeom prst="rect">
            <a:avLst/>
          </a:prstGeom>
          <a:solidFill>
            <a:srgbClr val="F0F1F5"/>
          </a:solidFill>
          <a:ln w="6350">
            <a:solidFill>
              <a:srgbClr val="C8CAD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511296" y="4050792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액션 아이템 추출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3511296" y="4242816"/>
            <a:ext cx="2103120" cy="155448"/>
          </a:xfrm>
          <a:prstGeom prst="rect">
            <a:avLst/>
          </a:prstGeom>
          <a:solidFill>
            <a:srgbClr val="F0F1F5"/>
          </a:solidFill>
          <a:ln w="6350">
            <a:solidFill>
              <a:srgbClr val="C8CAD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511296" y="4242816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자동 생성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3511296" y="4434840"/>
            <a:ext cx="2103120" cy="155448"/>
          </a:xfrm>
          <a:prstGeom prst="rect">
            <a:avLst/>
          </a:prstGeom>
          <a:solidFill>
            <a:srgbClr val="F0F1F5"/>
          </a:solidFill>
          <a:ln w="6350">
            <a:solidFill>
              <a:srgbClr val="C8CAD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511296" y="4434840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참석자 공유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5705856" y="758952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조회 · 수정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5705856" y="941832"/>
            <a:ext cx="3364992" cy="0"/>
          </a:xfrm>
          <a:prstGeom prst="line">
            <a:avLst/>
          </a:prstGeom>
          <a:noFill/>
          <a:ln w="6350">
            <a:solidFill>
              <a:srgbClr val="BBBBC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705856" y="1024128"/>
            <a:ext cx="1097280" cy="256032"/>
          </a:xfrm>
          <a:prstGeom prst="rect">
            <a:avLst/>
          </a:prstGeom>
          <a:solidFill>
            <a:srgbClr val="C5374A"/>
          </a:solidFill>
          <a:ln w="6350">
            <a:solidFill>
              <a:srgbClr val="C5374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705856" y="1024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Hansoft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6803136" y="102412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7004304" y="1024128"/>
            <a:ext cx="640080" cy="256032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004304" y="10241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7708392" y="1024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태스크 · 일정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5705856" y="1353312"/>
            <a:ext cx="1097280" cy="256032"/>
          </a:xfrm>
          <a:prstGeom prst="rect">
            <a:avLst/>
          </a:prstGeom>
          <a:solidFill>
            <a:srgbClr val="0047AB"/>
          </a:solidFill>
          <a:ln w="6350">
            <a:solidFill>
              <a:srgbClr val="0047AB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705856" y="13533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6803136" y="135331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7004304" y="1353312"/>
            <a:ext cx="640080" cy="256032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004304" y="13533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7708392" y="13533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· JQL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5705856" y="1682496"/>
            <a:ext cx="1097280" cy="256032"/>
          </a:xfrm>
          <a:prstGeom prst="rect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705856" y="16824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6803136" y="168249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7004304" y="1682496"/>
            <a:ext cx="640080" cy="256032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004304" y="168249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7708392" y="168249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· 벡터</a:t>
            </a:r>
            <a:endParaRPr lang="en-US" sz="850" dirty="0"/>
          </a:p>
        </p:txBody>
      </p:sp>
      <p:sp>
        <p:nvSpPr>
          <p:cNvPr id="112" name="Text 110"/>
          <p:cNvSpPr/>
          <p:nvPr/>
        </p:nvSpPr>
        <p:spPr>
          <a:xfrm>
            <a:off x="5705856" y="2066544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회의록 연동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5705856" y="2249424"/>
            <a:ext cx="3364992" cy="0"/>
          </a:xfrm>
          <a:prstGeom prst="line">
            <a:avLst/>
          </a:prstGeom>
          <a:noFill/>
          <a:ln w="6350">
            <a:solidFill>
              <a:srgbClr val="BBBBCC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705856" y="2331720"/>
            <a:ext cx="1097280" cy="256032"/>
          </a:xfrm>
          <a:prstGeom prst="rect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705856" y="2331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6803136" y="233172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7004304" y="2331720"/>
            <a:ext cx="640080" cy="256032"/>
          </a:xfrm>
          <a:prstGeom prst="rect">
            <a:avLst/>
          </a:prstGeom>
          <a:solidFill>
            <a:srgbClr val="047857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7004304" y="23317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저장</a:t>
            </a:r>
            <a:endParaRPr lang="en-US" sz="800" dirty="0"/>
          </a:p>
        </p:txBody>
      </p:sp>
      <p:sp>
        <p:nvSpPr>
          <p:cNvPr id="119" name="Text 117"/>
          <p:cNvSpPr/>
          <p:nvPr/>
        </p:nvSpPr>
        <p:spPr>
          <a:xfrm>
            <a:off x="7708392" y="23317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페이지 생성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5705856" y="2660904"/>
            <a:ext cx="1097280" cy="256032"/>
          </a:xfrm>
          <a:prstGeom prst="rect">
            <a:avLst/>
          </a:prstGeom>
          <a:solidFill>
            <a:srgbClr val="444466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705856" y="26609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/ Hansoft</a:t>
            </a:r>
            <a:endParaRPr lang="en-US" sz="900" dirty="0"/>
          </a:p>
        </p:txBody>
      </p:sp>
      <p:sp>
        <p:nvSpPr>
          <p:cNvPr id="122" name="Text 120"/>
          <p:cNvSpPr/>
          <p:nvPr/>
        </p:nvSpPr>
        <p:spPr>
          <a:xfrm>
            <a:off x="6803136" y="266090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7004304" y="2660904"/>
            <a:ext cx="640080" cy="256032"/>
          </a:xfrm>
          <a:prstGeom prst="rect">
            <a:avLst/>
          </a:prstGeom>
          <a:solidFill>
            <a:srgbClr val="B45309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004304" y="26609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생성</a:t>
            </a:r>
            <a:endParaRPr lang="en-US" sz="800" dirty="0"/>
          </a:p>
        </p:txBody>
      </p:sp>
      <p:sp>
        <p:nvSpPr>
          <p:cNvPr id="125" name="Text 123"/>
          <p:cNvSpPr/>
          <p:nvPr/>
        </p:nvSpPr>
        <p:spPr>
          <a:xfrm>
            <a:off x="7708392" y="266090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 · 기한</a:t>
            </a:r>
            <a:endParaRPr lang="en-US" sz="850" dirty="0"/>
          </a:p>
        </p:txBody>
      </p:sp>
      <p:sp>
        <p:nvSpPr>
          <p:cNvPr id="126" name="Text 124"/>
          <p:cNvSpPr/>
          <p:nvPr/>
        </p:nvSpPr>
        <p:spPr>
          <a:xfrm>
            <a:off x="5705856" y="3044952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 데이터 수집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5705856" y="3227832"/>
            <a:ext cx="3364992" cy="0"/>
          </a:xfrm>
          <a:prstGeom prst="line">
            <a:avLst/>
          </a:prstGeom>
          <a:noFill/>
          <a:ln w="6350">
            <a:solidFill>
              <a:srgbClr val="BBBBCC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705856" y="3310128"/>
            <a:ext cx="1097280" cy="256032"/>
          </a:xfrm>
          <a:prstGeom prst="rect">
            <a:avLst/>
          </a:prstGeom>
          <a:solidFill>
            <a:srgbClr val="C5374A"/>
          </a:solidFill>
          <a:ln w="6350">
            <a:solidFill>
              <a:srgbClr val="C5374A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5705856" y="3310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Hansoft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867144" y="3310128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리소스 · 일정 데이터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5705856" y="3639312"/>
            <a:ext cx="1097280" cy="256032"/>
          </a:xfrm>
          <a:prstGeom prst="rect">
            <a:avLst/>
          </a:prstGeom>
          <a:solidFill>
            <a:srgbClr val="0047AB"/>
          </a:solidFill>
          <a:ln w="6350">
            <a:solidFill>
              <a:srgbClr val="0047AB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5705856" y="36393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867144" y="3639312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· 스프린트 데이터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5705856" y="3968496"/>
            <a:ext cx="1097280" cy="256032"/>
          </a:xfrm>
          <a:prstGeom prst="rect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5705856" y="39684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867144" y="3968496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변경 내역</a:t>
            </a:r>
            <a:endParaRPr lang="en-US" sz="850" dirty="0"/>
          </a:p>
        </p:txBody>
      </p:sp>
      <p:sp>
        <p:nvSpPr>
          <p:cNvPr id="137" name="Shape 135"/>
          <p:cNvSpPr/>
          <p:nvPr/>
        </p:nvSpPr>
        <p:spPr>
          <a:xfrm>
            <a:off x="0" y="4828032"/>
            <a:ext cx="9144000" cy="228600"/>
          </a:xfrm>
          <a:prstGeom prst="rect">
            <a:avLst/>
          </a:prstGeom>
          <a:solidFill>
            <a:srgbClr val="DDE0E8"/>
          </a:solidFill>
          <a:ln w="6350">
            <a:solidFill>
              <a:srgbClr val="DDE0E8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37160" y="4942332"/>
            <a:ext cx="274320" cy="0"/>
          </a:xfrm>
          <a:prstGeom prst="line">
            <a:avLst/>
          </a:prstGeom>
          <a:noFill/>
          <a:ln w="19050">
            <a:solidFill>
              <a:srgbClr val="333355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457200" y="48280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유저 요청 흐름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2103120" y="4942332"/>
            <a:ext cx="274320" cy="0"/>
          </a:xfrm>
          <a:prstGeom prst="line">
            <a:avLst/>
          </a:prstGeom>
          <a:noFill/>
          <a:ln w="19050">
            <a:solidFill>
              <a:srgbClr val="333355"/>
            </a:solidFill>
            <a:prstDash val="dash"/>
          </a:ln>
        </p:spPr>
      </p:sp>
      <p:sp>
        <p:nvSpPr>
          <p:cNvPr id="141" name="Text 139"/>
          <p:cNvSpPr/>
          <p:nvPr/>
        </p:nvSpPr>
        <p:spPr>
          <a:xfrm>
            <a:off x="2423160" y="48280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스케줄 / 회의록 흐름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4160520" y="4942332"/>
            <a:ext cx="274320" cy="0"/>
          </a:xfrm>
          <a:prstGeom prst="line">
            <a:avLst/>
          </a:prstGeom>
          <a:noFill/>
          <a:ln w="19050">
            <a:solidFill>
              <a:srgbClr val="333355"/>
            </a:solidFill>
            <a:prstDash val="dashDot"/>
          </a:ln>
        </p:spPr>
      </p:sp>
      <p:sp>
        <p:nvSpPr>
          <p:cNvPr id="143" name="Text 141"/>
          <p:cNvSpPr/>
          <p:nvPr/>
        </p:nvSpPr>
        <p:spPr>
          <a:xfrm>
            <a:off x="4480560" y="4828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통제된 AI 흐름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0" y="4828032"/>
            <a:ext cx="9006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Integration Architecture  ·  1 / 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2026-04-10T05:56:51Z</dcterms:created>
  <dcterms:modified xsi:type="dcterms:W3CDTF">2026-04-10T05:56:51Z</dcterms:modified>
</cp:coreProperties>
</file>